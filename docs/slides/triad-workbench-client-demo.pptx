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Triad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Client/demo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53949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One desktop app for Claude, Codex, Gemini, and Ollama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Local-first orchestration with git worktree safety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Review, verify, and promote changes instead of blindly applying them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508760"/>
            <a:ext cx="48463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6831" y="1618488"/>
            <a:ext cx="4572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Why it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6831" y="1965960"/>
            <a:ext cx="4553712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Safer than direct repo editing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Faster than juggling browser tabs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Auditable via project archive</a:t>
            </a:r>
          </a:p>
        </p:txBody>
      </p:sp>
      <p:pic>
        <p:nvPicPr>
          <p:cNvPr id="9" name="Picture 8" descr="triad-workbench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840480"/>
            <a:ext cx="10789920" cy="841850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Client/demo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17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What You See In The 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A single mission-control screen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194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527048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Top bar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874519"/>
            <a:ext cx="190195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Open project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Switch runner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Probe agents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219456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3081528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Agent grid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429000"/>
            <a:ext cx="190195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Claude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Codex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Gemini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Ollama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26280"/>
            <a:ext cx="21945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1" y="4636008"/>
            <a:ext cx="19202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Task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983480"/>
            <a:ext cx="1901952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Workflow list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Task history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Review detail</a:t>
            </a:r>
          </a:p>
        </p:txBody>
      </p:sp>
      <p:pic>
        <p:nvPicPr>
          <p:cNvPr id="14" name="Picture 13" descr="triad-live-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4680" y="1325880"/>
            <a:ext cx="8412480" cy="47320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Visual tour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How The Safe Coding Loop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The built-in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1. Open a git project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2. Run a workflow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3. Triad creates a dedicated task worktree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4. Agents work inside that isolated branch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5. Review the patch, logs, and findings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6. Promote only after approval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37360"/>
            <a:ext cx="4572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847088"/>
            <a:ext cx="4297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Default loop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2194560"/>
            <a:ext cx="4279392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Claude writes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Codex reviews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Claude fixes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Codex verifies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3977639"/>
            <a:ext cx="4572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5392" y="4087368"/>
            <a:ext cx="4297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7D4A"/>
                </a:solidFill>
                <a:latin typeface="Aptos"/>
              </a:rPr>
              <a:t>Safety promise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65392" y="4434840"/>
            <a:ext cx="427939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No direct main-checkout edits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Explicit promotion required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Project archive keeps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Workflow model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B57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Agent Roles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Use each model for the right job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664207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2011680"/>
            <a:ext cx="226771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Primary implementation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Best for writing code and applying fixes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5448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47872" y="1664207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Codex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2011680"/>
            <a:ext cx="226771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Review and verification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Great for bug-finding and test-minded critique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55448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664207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Gemini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1072" y="2011680"/>
            <a:ext cx="226771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Architecture and second opinion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Useful in compare workflows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69680" y="155448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34272" y="1664207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Ollama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34272" y="2011680"/>
            <a:ext cx="2267712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Local support model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Guide / Tester / Developer / Monitor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048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3447"/>
                </a:solidFill>
                <a:latin typeface="Aptos"/>
              </a:defRPr>
            </a:pPr>
            <a:r>
              <a:t>Direct terminals are available for CLI agents</a:t>
            </a:r>
          </a:p>
          <a:p>
            <a:pPr>
              <a:spcAft>
                <a:spcPts val="800"/>
              </a:spcAft>
              <a:defRPr sz="1900">
                <a:solidFill>
                  <a:srgbClr val="283447"/>
                </a:solidFill>
                <a:latin typeface="Aptos"/>
              </a:defRPr>
            </a:pPr>
            <a:r>
              <a:t>Workflows are the main product experience</a:t>
            </a:r>
          </a:p>
          <a:p>
            <a:pPr>
              <a:spcAft>
                <a:spcPts val="800"/>
              </a:spcAft>
              <a:defRPr sz="1900">
                <a:solidFill>
                  <a:srgbClr val="283447"/>
                </a:solidFill>
                <a:latin typeface="Aptos"/>
              </a:defRPr>
            </a:pPr>
            <a:r>
              <a:t>Ollama is strongest as local compare or monitor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Agent positioning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Using It On An Existing Repo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The normal daily flow</a:t>
            </a:r>
          </a:p>
        </p:txBody>
      </p:sp>
      <p:pic>
        <p:nvPicPr>
          <p:cNvPr id="5" name="Picture 4" descr="triad-live-screen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5120640" cy="2880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164592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1. Open the repository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2. Connect the agents you need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3. Pick a workflow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4. Write a small, clear task brief</a:t>
            </a:r>
          </a:p>
          <a:p>
            <a:pPr>
              <a:spcAft>
                <a:spcPts val="800"/>
              </a:spcAft>
              <a:defRPr sz="2000">
                <a:solidFill>
                  <a:srgbClr val="283447"/>
                </a:solidFill>
                <a:latin typeface="Aptos"/>
              </a:defRPr>
            </a:pPr>
            <a:r>
              <a:t>5. Review findings before promotion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Existing project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Starting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A simple new-project path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45920"/>
            <a:ext cx="5303520" cy="1828800"/>
          </a:xfrm>
          <a:prstGeom prst="roundRect">
            <a:avLst/>
          </a:prstGeom>
          <a:solidFill>
            <a:srgbClr val="10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1773936"/>
            <a:ext cx="5084064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ascadia Code"/>
              </a:rPr>
              <a:t>mkdir my-small-app
cd my-small-app
git init
npm init -y
git add .
git commit -m "Initial scaffold"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91640"/>
            <a:ext cx="4572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65392" y="1801368"/>
            <a:ext cx="4297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Then in Triad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65392" y="2148840"/>
            <a:ext cx="4279392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Open the folder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Connect Claude and Codex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Run a tiny first feature with tests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749039"/>
            <a:ext cx="45720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3858768"/>
            <a:ext cx="4297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17D4A"/>
                </a:solidFill>
                <a:latin typeface="Aptos"/>
              </a:rPr>
              <a:t>Best first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5392" y="4206240"/>
            <a:ext cx="427939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Create one feature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Add tests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Keep scope narrow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Inspect before applying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New project use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Review And Promotion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Where the app becomes safer than normal agent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10896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55648"/>
            <a:ext cx="283464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Review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03120"/>
            <a:ext cx="281635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Summary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Prompt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Stdout / stderr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Patch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Findings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45920"/>
            <a:ext cx="29260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33672" y="1755648"/>
            <a:ext cx="265176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Promotion actions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33672" y="2103120"/>
            <a:ext cx="263347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Apply to main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Keep worktree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Open task branch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645920"/>
            <a:ext cx="41148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88352" y="1755648"/>
            <a:ext cx="38404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Archive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88352" y="2103120"/>
            <a:ext cx="3822191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Stores snapshots, artifacts, prompts, logs, transcripts, and events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976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This makes the app suitable for controlled team-style coding, not just solo prompting.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Safety layer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Best Current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What to demo or start with first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45920"/>
            <a:ext cx="566928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83447"/>
                </a:solidFill>
                <a:latin typeface="Aptos"/>
              </a:defRPr>
            </a:pPr>
            <a:r>
              <a:t>Small to medium feature work</a:t>
            </a:r>
          </a:p>
          <a:p>
            <a:pPr>
              <a:spcAft>
                <a:spcPts val="800"/>
              </a:spcAft>
              <a:defRPr sz="2200">
                <a:solidFill>
                  <a:srgbClr val="283447"/>
                </a:solidFill>
                <a:latin typeface="Aptos"/>
              </a:defRPr>
            </a:pPr>
            <a:r>
              <a:t>Safe code review loops</a:t>
            </a:r>
          </a:p>
          <a:p>
            <a:pPr>
              <a:spcAft>
                <a:spcPts val="800"/>
              </a:spcAft>
              <a:defRPr sz="2200">
                <a:solidFill>
                  <a:srgbClr val="283447"/>
                </a:solidFill>
                <a:latin typeface="Aptos"/>
              </a:defRPr>
            </a:pPr>
            <a:r>
              <a:t>Architecture comparison before implementation</a:t>
            </a:r>
          </a:p>
          <a:p>
            <a:pPr>
              <a:spcAft>
                <a:spcPts val="800"/>
              </a:spcAft>
              <a:defRPr sz="2200">
                <a:solidFill>
                  <a:srgbClr val="283447"/>
                </a:solidFill>
                <a:latin typeface="Aptos"/>
              </a:defRPr>
            </a:pPr>
            <a:r>
              <a:t>Projects where you want an auditable AI trail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720840" y="1783080"/>
            <a:ext cx="43891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85431" y="1892807"/>
            <a:ext cx="4114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B57100"/>
                </a:solidFill>
                <a:latin typeface="Aptos"/>
              </a:rPr>
              <a:t>Not the main v0.1 focus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85431" y="2240280"/>
            <a:ext cx="4096511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Huge one-shot app generation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Per-agent full chat product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Blind auto-merge without review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Demo close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