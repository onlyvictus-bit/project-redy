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Triad Workbench Team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How to use the app consistently across a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05840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400">
                <a:solidFill>
                  <a:srgbClr val="283447"/>
                </a:solidFill>
                <a:latin typeface="Aptos"/>
              </a:defRPr>
            </a:pPr>
            <a:r>
              <a:t>Common workflow language</a:t>
            </a:r>
          </a:p>
          <a:p>
            <a:pPr>
              <a:spcAft>
                <a:spcPts val="800"/>
              </a:spcAft>
              <a:defRPr sz="2400">
                <a:solidFill>
                  <a:srgbClr val="283447"/>
                </a:solidFill>
                <a:latin typeface="Aptos"/>
              </a:defRPr>
            </a:pPr>
            <a:r>
              <a:t>Safer review discipline</a:t>
            </a:r>
          </a:p>
          <a:p>
            <a:pPr>
              <a:spcAft>
                <a:spcPts val="800"/>
              </a:spcAft>
              <a:defRPr sz="2400">
                <a:solidFill>
                  <a:srgbClr val="283447"/>
                </a:solidFill>
                <a:latin typeface="Aptos"/>
              </a:defRPr>
            </a:pPr>
            <a:r>
              <a:t>Example prompts and operating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Team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Operating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What the team should expect from Triad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6070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Triad is workflow-first, not chat-first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Each task gets its own worktree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Artifacts and findings are part of the output, not optional extras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Promotion is a human decision point</a:t>
            </a:r>
          </a:p>
        </p:txBody>
      </p:sp>
      <p:pic>
        <p:nvPicPr>
          <p:cNvPr id="6" name="Picture 5" descr="triad-workbench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4389120"/>
            <a:ext cx="10332720" cy="80617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Team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Who To Use For What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Role guidance for the team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2560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755648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Claude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03120"/>
            <a:ext cx="226771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Implementation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Fixes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Main coding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645920"/>
            <a:ext cx="2560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85032" y="1755648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Codex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2103120"/>
            <a:ext cx="226771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Review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Verification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Bug-finding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1645920"/>
            <a:ext cx="256032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755648"/>
            <a:ext cx="22860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Gemini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73952" y="2103120"/>
            <a:ext cx="226771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Architecture compare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Extra critique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Low-cost second opinion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98280" y="1645920"/>
            <a:ext cx="23774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1755648"/>
            <a:ext cx="21031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Ollama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62872" y="2103120"/>
            <a:ext cx="2084832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Local monitoring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Local compare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Support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Agent roles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Standard Team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The recommended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9164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1. Open clean git repo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2. Connect required agents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3. Run Code -&gt; Review -&gt; Fix -&gt; Verify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4. Inspect findings and patch</a:t>
            </a:r>
          </a:p>
          <a:p>
            <a:pPr>
              <a:spcAft>
                <a:spcPts val="800"/>
              </a:spcAft>
              <a:defRPr sz="2100">
                <a:solidFill>
                  <a:srgbClr val="283447"/>
                </a:solidFill>
                <a:latin typeface="Aptos"/>
              </a:defRPr>
            </a:pPr>
            <a:r>
              <a:t>5. Promote only after acceptance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1783080"/>
            <a:ext cx="457200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65392" y="1892807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Use this for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65392" y="2240280"/>
            <a:ext cx="4279392" cy="1325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Feature work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Bug fixes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Small refactors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Safe iterative 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Default workflow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Team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These reduce bad runs and messy diffs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45920"/>
            <a:ext cx="104241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One narrow task per run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Always ask for tests when code changes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Do not ask for a full app build in one prompt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Keep main checkout clean before Apply to main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Use Keep worktree when the result needs manual refinement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Team rules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Example Prompt: Small Feature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Ready to paste into the task brief box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241280" cy="2194560"/>
          </a:xfrm>
          <a:prstGeom prst="roundRect">
            <a:avLst/>
          </a:prstGeom>
          <a:solidFill>
            <a:srgbClr val="10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865376"/>
            <a:ext cx="10021824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scadia Code"/>
              </a:rPr>
              <a:t>Add a small React settings panel for notification preferences.
Include a save button and simple local validation.
Keep the UI responsive.
Add tests for render and save behavior.
Do not modify unrelated files.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3447"/>
                </a:solidFill>
                <a:latin typeface="Aptos"/>
              </a:defRPr>
            </a:pPr>
            <a:r>
              <a:t>Why this is good: narrow scope, stack named, tests required, unrelated files protected.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Prompt example 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Example Prompt: API Task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Another good team-style prompt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37360"/>
            <a:ext cx="10241280" cy="2194560"/>
          </a:xfrm>
          <a:prstGeom prst="roundRect">
            <a:avLst/>
          </a:prstGeom>
          <a:solidFill>
            <a:srgbClr val="10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865376"/>
            <a:ext cx="10021824" cy="201167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scadia Code"/>
              </a:rPr>
              <a:t>Create an Express route for creating and listing notes.
Use in-memory storage first.
Return clean JSON responses.
Add supertest coverage for create and list.
Keep the implementation simple and readable.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3447"/>
                </a:solidFill>
                <a:latin typeface="Aptos"/>
              </a:defRPr>
            </a:pPr>
            <a:r>
              <a:t>Why this is good: one bounded backend slice, simple storage, explicit test framework.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Prompt example 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Example Prompt: Architecture Compare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Use before implementation when the design is unclear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0241280" cy="2286000"/>
          </a:xfrm>
          <a:prstGeom prst="roundRect">
            <a:avLst/>
          </a:prstGeom>
          <a:solidFill>
            <a:srgbClr val="1018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9264" y="1773936"/>
            <a:ext cx="10021824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FFFFFF"/>
                </a:solidFill>
                <a:latin typeface="Cascadia Code"/>
              </a:rPr>
              <a:t>Compare three approaches for adding plugin support to this app:
1. local config-driven plugins
2. IPC-managed extension loader
3. MCP-backed extension model
Evaluate complexity, safety, and maintainability.
Do not write code; produce findings and recommendation only.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73152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900">
                <a:solidFill>
                  <a:srgbClr val="283447"/>
                </a:solidFill>
                <a:latin typeface="Aptos"/>
              </a:defRPr>
            </a:pPr>
            <a:r>
              <a:t>Use the Architecture Compare workflow for prompts like this.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Prompt example 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What Reviewers Should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How to read the output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847088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2194560"/>
            <a:ext cx="2450592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Severity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Evidence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Recommended action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03320" y="1737360"/>
            <a:ext cx="27432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67911" y="1847088"/>
            <a:ext cx="24688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Artifacts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67911" y="2194560"/>
            <a:ext cx="2450592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Prompt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Stdout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Stderr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Patch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75120" y="1737360"/>
            <a:ext cx="4572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DE5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39712" y="1847088"/>
            <a:ext cx="429768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22033"/>
                </a:solidFill>
                <a:latin typeface="Aptos"/>
              </a:rPr>
              <a:t>Promotion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39712" y="2194560"/>
            <a:ext cx="4279392" cy="9601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Apply to main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Keep worktree</a:t>
            </a:r>
          </a:p>
          <a:p>
            <a:pPr>
              <a:spcAft>
                <a:spcPts val="800"/>
              </a:spcAft>
              <a:defRPr sz="1500">
                <a:solidFill>
                  <a:srgbClr val="283447"/>
                </a:solidFill>
                <a:latin typeface="Aptos"/>
              </a:defRPr>
            </a:pPr>
            <a:r>
              <a:t>Open task branch</a:t>
            </a:r>
          </a:p>
        </p:txBody>
      </p:sp>
      <p:pic>
        <p:nvPicPr>
          <p:cNvPr id="14" name="Picture 13" descr="triad-live-screen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49039"/>
            <a:ext cx="10241280" cy="57607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Review habits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265C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47472"/>
            <a:ext cx="10972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22033"/>
                </a:solidFill>
                <a:latin typeface="Aptos Display"/>
              </a:rPr>
              <a:t>Common Mistakes To Avoid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91440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556782"/>
                </a:solidFill>
                <a:latin typeface="Aptos"/>
              </a:rPr>
              <a:t>What to coach during rollout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737360"/>
            <a:ext cx="10058400" cy="3017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Running on a non-git folder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Using a giant vague prompt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Skipping Probe agents after changing runner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Treating Ollama like a full direct-chat pane</a:t>
            </a:r>
          </a:p>
          <a:p>
            <a:pPr>
              <a:spcAft>
                <a:spcPts val="800"/>
              </a:spcAft>
              <a:defRPr sz="2200">
                <a:solidFill>
                  <a:srgbClr val="283447"/>
                </a:solidFill>
                <a:latin typeface="Aptos"/>
              </a:defRPr>
            </a:pPr>
            <a:r>
              <a:t>Applying to main without reading findings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556782"/>
                </a:solidFill>
                <a:latin typeface="Aptos"/>
              </a:rPr>
              <a:t>Pitfalls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