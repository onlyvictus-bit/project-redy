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Triad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5-slide beginner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83447"/>
                </a:solidFill>
                <a:latin typeface="Aptos"/>
              </a:defRPr>
            </a:pPr>
            <a:r>
              <a:t>A desktop app that helps multiple coding agents work safely on one repo.</a:t>
            </a:r>
          </a:p>
          <a:p>
            <a:pPr>
              <a:spcAft>
                <a:spcPts val="800"/>
              </a:spcAft>
              <a:defRPr sz="2400">
                <a:solidFill>
                  <a:srgbClr val="283447"/>
                </a:solidFill>
                <a:latin typeface="Aptos"/>
              </a:defRPr>
            </a:pPr>
            <a:r>
              <a:t>Best first use: small git project + Code -&gt; Review -&gt; Fix -&gt; Verify.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Beginner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Step 1: Open 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Start with a real git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1. Click Open project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2. Choose a git-backed folder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3. Probe agents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4. Connect Claude and Codex first</a:t>
            </a:r>
          </a:p>
        </p:txBody>
      </p:sp>
      <p:pic>
        <p:nvPicPr>
          <p:cNvPr id="6" name="Picture 5" descr="triad-live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17320"/>
            <a:ext cx="548640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Step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Step 2: Pick A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Use the safe default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55648"/>
            <a:ext cx="3383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7D4A"/>
                </a:solidFill>
                <a:latin typeface="Aptos"/>
              </a:rPr>
              <a:t>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03120"/>
            <a:ext cx="33649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Code -&gt; Review -&gt; Fix -&gt;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Claude writes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Codex reviews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Claude fixes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Codex verifies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737360"/>
            <a:ext cx="4846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184708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Write a small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2194560"/>
            <a:ext cx="455371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One feature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One bug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One page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Ask for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Step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Step 3: Review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Never skip the review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303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Check findings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Inspect the patch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Look at stdout / stderr if something failed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Only promote after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828800"/>
            <a:ext cx="4297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93852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Promotion buttons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1112" y="2286000"/>
            <a:ext cx="40050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Apply to main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Keep worktree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Open task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Step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Step 4: Try This First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A safe beginner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10241280" cy="2011680"/>
          </a:xfrm>
          <a:prstGeom prst="round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1865376"/>
            <a:ext cx="10021824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scadia Code"/>
              </a:rPr>
              <a:t>Create a TypeScript CLI todo app with add, list, and done commands.
Store data in a local JSON file.
Add Vitest tests for the main flows.
Keep the implementation simple and readable.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Small tasks work best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Keep your main branch clean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Use Save now if you want an archive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First real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