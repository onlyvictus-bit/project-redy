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CCGL / Triad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Multi-agent coding workbench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Understand what the app does and how the UI is organized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Learn each workflow, agent option, and promotion action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See the safe path for both new projects and existing repos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664207"/>
            <a:ext cx="1874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Core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1" y="2057400"/>
            <a:ext cx="1828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 Code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Codex CLI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Gemini CLI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554480"/>
            <a:ext cx="2468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34272" y="1664207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Core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4272" y="205740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Local-first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CLI-native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Worktree-safe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Review before promotion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Triad Workbench 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What Triad Workbench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A local mission-control app for coding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Electron desktop app that orchestrates installed coding CLIs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Built around isolated git worktrees rather than direct main-branch edits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Best fit: controlled implementation, review, verification, and promotion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Primary loop: Claude writes -&gt; Codex reviews -&gt; Claude fixes -&gt; Codex verifies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Why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Safer than asking one AI to edit your repo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Keeps each task in its own worktree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Preserves prompts, logs, diffs, and findings in a project archive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Lets multiple agents critique the same task from different roles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Requires explicit promotion before code reaches your main checkout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 mental model to keep in mind while using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Agent cards = current tool status, role, terminal, and quick actions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Workflow = built-in chain of agent steps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Task = one run with its own worktree, artifacts, findings, and stage history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Review center = inspect prompts, logs, patches, and findings before promoting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Archive = per-project evidence folder at .triad-workbench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Main Screen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What each area of the UI is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Top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240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Open project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Runner selector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Probe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1729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Left 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66160"/>
            <a:ext cx="2240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Workflow picker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Task list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Run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9103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Center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5303520"/>
            <a:ext cx="2240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Codex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Gemini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17320"/>
            <a:ext cx="2286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5270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Right 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920240"/>
            <a:ext cx="1965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Findings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Ollama model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Archive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4290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353872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Bottom composer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93192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Write the task brief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Pick a workflow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Run the task</a:t>
            </a:r>
          </a:p>
        </p:txBody>
      </p:sp>
      <p:pic>
        <p:nvPicPr>
          <p:cNvPr id="20" name="Picture 19" descr="triad-live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486400" cy="3086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Screen tour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Agents And What To Use Them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Each card has a different job in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517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Primary coder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Best for implementing features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Also used for fix passes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6517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52704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Codex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192024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Reviewer / tester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Best for bug finding and verification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Used in final review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26517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2704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Gemini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2024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Architecture or extra critique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Good second opinion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Useful in compare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286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2" y="15270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1920240"/>
            <a:ext cx="1965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Local model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Guide / Tester / Developer / Monitor personalities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Great for local compare or away-monitor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Connect = log in or authorize a CLI agent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Open terminal = direct interactive session with that CLI agent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Role / personality changes how the agent is used in workflows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Ready is required before a workflow can use that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Agent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Built-In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Pick the workflow that matches the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Code -&gt; Review -&gt; Fix -&gt;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22860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Default and safest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 codes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Codex reviews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 fixes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Codex verifies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52704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Code -&gt; Gemini Compare -&gt; Codex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20240"/>
            <a:ext cx="22860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Adds Gemini as an extra critic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Good for architecture-sensitive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2704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Architecture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20240"/>
            <a:ext cx="22860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Runs side-by-side design critique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 + Codex + Gemini + Ollama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1732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1527048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Away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1920240"/>
            <a:ext cx="21945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Uses Ollama as a local monitor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Good for long-running sessions or local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789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Use Code -&gt; Review -&gt; Fix -&gt; Verify for your first real task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Use Architecture Compare before coding when the design is still unclear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Use Away Monitor when you want Ollama watching a longer task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Workflow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How A Task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What happens after you click Run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1. Triad inspects the selected git project</a:t>
            </a:r>
          </a:p>
          <a:p>
            <a:pPr>
              <a:spcAft>
                <a:spcPts val="10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2. A dedicated task worktree is created</a:t>
            </a:r>
          </a:p>
          <a:p>
            <a:pPr>
              <a:spcAft>
                <a:spcPts val="10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3. The selected workflow runs one agent step at a time</a:t>
            </a:r>
          </a:p>
          <a:p>
            <a:pPr>
              <a:spcAft>
                <a:spcPts val="10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4. Each step produces artifacts: prompt, stdout, stderr, summary, findings, patch</a:t>
            </a:r>
          </a:p>
          <a:p>
            <a:pPr>
              <a:spcAft>
                <a:spcPts val="10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5. The review center shows the results</a:t>
            </a:r>
          </a:p>
          <a:p>
            <a:pPr>
              <a:spcAft>
                <a:spcPts val="10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6. You explicitly promote, keep, or open the task worktree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Task lifecycle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Using Triad On An Existing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 normal way to use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1. Open a real git repository with Open project</a:t>
            </a:r>
          </a:p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2. Set the correct runner (Windows or WSL)</a:t>
            </a:r>
          </a:p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3. Probe agents and connect any that are missing login</a:t>
            </a:r>
          </a:p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4. Choose a workflow</a:t>
            </a:r>
          </a:p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5. Write a small, clear task brief</a:t>
            </a:r>
          </a:p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6. Run the workflow</a:t>
            </a:r>
          </a:p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7. Review findings, logs, and patch output</a:t>
            </a:r>
          </a:p>
          <a:p>
            <a:pPr>
              <a:spcAft>
                <a:spcPts val="10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8. Apply to main, keep worktree, or open the task branch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6634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175564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Important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2148840"/>
            <a:ext cx="4343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Project must be a git repo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Main checkout should be clean before Apply to main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Keep tasks small and reviewable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Use Save now if you want an archive snapshot immediately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Existing project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Starting A New Project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Minimal safe path for a fresh repo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920240"/>
          </a:xfrm>
          <a:prstGeom prst="round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5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BF1F8"/>
                </a:solidFill>
                <a:latin typeface="Cascadia Code"/>
              </a:rPr>
              <a:t>mkdir my-small-app
cd my-small-app
git init
npm init -y
git add .
git commit -m "Initial scaffold"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1. Create the folder and initialize git</a:t>
            </a:r>
          </a:p>
          <a:p>
            <a:pPr>
              <a:spcAft>
                <a:spcPts val="10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2. Add a tiny starter file or package manifest</a:t>
            </a:r>
          </a:p>
          <a:p>
            <a:pPr>
              <a:spcAft>
                <a:spcPts val="10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3. Make the first commit before asking Triad to change anything</a:t>
            </a:r>
          </a:p>
          <a:p>
            <a:pPr>
              <a:spcAft>
                <a:spcPts val="10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4. Open the folder in Triad</a:t>
            </a:r>
          </a:p>
          <a:p>
            <a:pPr>
              <a:spcAft>
                <a:spcPts val="10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5. Start with one small task, not a full app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55648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Recommended first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4884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Create a TypeScript CLI todo app with add, list, and done commands.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Store data in a local JSON file.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Add Vitest tests for the main flows.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Keep the implementation simple and readable.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New project quickstart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How To Write Good Task Briefs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Small, explicit prompts work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212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Say exactly what to build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Mention the language or framework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State constraints: keep simple, avoid unrelated files, add tests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Ask for the shape of success, not vague creativity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773936"/>
            <a:ext cx="4983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BF1F8"/>
                </a:solidFill>
                <a:latin typeface="Cascadia Code"/>
              </a:rPr>
              <a:t>Build a small Express API with routes for create, list, and delete notes.
Use in-memory storage first.
Add tests with supertest.
Do not modify unrelated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44988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Avoid briefs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489204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Build the whole app from scratch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Refactor everything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Make it production ready in one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Prompting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Review Center, Promotion, And Archive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 safety layer of the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Review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315467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Inspect summary, prompt, stdout, stderr, patch, findings, and command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6420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Promotion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224027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Apply to main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Keep worktree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Open task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554480"/>
            <a:ext cx="4297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64207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Archive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05740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Save prompts, logs, artifacts, transcripts, and events to .triad-workbench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Apply to main is the final merge-back step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Keep worktree preserves the isolated branch for more manual work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Open task branch opens the task worktree folder</a:t>
            </a:r>
          </a:p>
          <a:p>
            <a:pPr>
              <a:spcAft>
                <a:spcPts val="800"/>
              </a:spcAft>
              <a:defRPr sz="1800">
                <a:solidFill>
                  <a:srgbClr val="283447"/>
                </a:solidFill>
                <a:latin typeface="Aptos"/>
              </a:defRPr>
            </a:pPr>
            <a:r>
              <a:t>Archive helps you audit what every agent actually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Safety and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What Works Best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Recommended operating style for v0.1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Use Claude + Codex first for your main build loop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Use Gemini for extra critique or architecture compare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Use Ollama as local support, not as your only source of truth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Start with small to medium tasks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Review before promotion every time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Keep your main checkout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Best practices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Current Limitations And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Things to know before daily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64207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Not a full per-agent chat product yet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Ollama is workflow-driven rather than full direct chat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Runner choice matters for CLI availability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Large one-shot tasks are less reliable than smaller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664207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Common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057400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Use Probe agents after changing runner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Reconnect agents if auth expires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Use Open terminal for direct CLI interaction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If Apply to main is blocked, clean the main checkout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If a workflow is disabled, check project git status and required agent readiness</a:t>
            </a:r>
          </a:p>
          <a:p>
            <a:pPr>
              <a:spcAft>
                <a:spcPts val="8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If a connector behaves differently in WSL vs Windows, switch runner and probe again</a:t>
            </a:r>
          </a:p>
          <a:p>
            <a:pPr>
              <a:spcAft>
                <a:spcPts val="800"/>
              </a:spcAft>
              <a:defRPr sz="1700">
                <a:solidFill>
                  <a:srgbClr val="283447"/>
                </a:solidFill>
                <a:latin typeface="Aptos"/>
              </a:defRPr>
            </a:pPr>
            <a:r>
              <a:t>If you want direct chat with every model, that is a future feature rather than the main v0.1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Limitations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Recommended First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 easiest way to learn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1. Open a small git repo</a:t>
            </a:r>
          </a:p>
          <a:p>
            <a:pPr>
              <a:spcAft>
                <a:spcPts val="10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2. Connect Claude and Codex</a:t>
            </a:r>
          </a:p>
          <a:p>
            <a:pPr>
              <a:spcAft>
                <a:spcPts val="10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3. Choose Code -&gt; Review -&gt; Fix -&gt; Verify</a:t>
            </a:r>
          </a:p>
          <a:p>
            <a:pPr>
              <a:spcAft>
                <a:spcPts val="10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4. Ask for one tiny feature plus tests</a:t>
            </a:r>
          </a:p>
          <a:p>
            <a:pPr>
              <a:spcAft>
                <a:spcPts val="10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5. Inspect findings and patch</a:t>
            </a:r>
          </a:p>
          <a:p>
            <a:pPr>
              <a:spcAft>
                <a:spcPts val="10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6. Apply to main only after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Start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